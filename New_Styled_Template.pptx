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Exploration of Deep Learning Models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for Image Super Resolution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B.Tech Project Presentation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Presented by:  Vujja Punith Sai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Roll No:  S20240010260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Instructor:  Arun PV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Contents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Part I — Literature Review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1.  Introduction to Super Resolution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2.  Problem Statement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3.  Traditional SR Methods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4.  Deep Learning in SR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5.  CNN-based Models (SRCNN, FSRCNN, VDSR)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6.  GAN-based Models (SRGAN, ESRGAN)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7.  Transformer &amp; State Space Models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8.  Evaluation Metrics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Part II — Our Method: SRMamba-T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9.   SRMamba-T Architecture Overview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10.  Mamba Layer &amp; MDSSM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11.  Transformer Layer &amp; FFM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12.  Reconstruction &amp; Loss Function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13.  Quantitative Results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14.  Qualitative Validation &amp; LAM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15.  Hardware Efficiency &amp; Ablation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16. 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I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Literature Review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Background &amp; Related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1. Introduction to Super Resolution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What is Super Resolution?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Real-World Applications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What is Super Resolution?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Super Resolution (SR) uses Deep Learning to reconstruct a high-resolution image from one or more low-resolution inputs.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It aims to recover: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Lost image details &amp; fine textures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Sharp edges and structural information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Overall visual quality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Basic Workflow: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LR Image → Feature Extraction → SR Model → Reconstruction → HR Image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Real-World Applications: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Satellite Imaging — terrain analysis, environmental monitoring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Surveillance — face recognition, number plate enhancement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Medical Imaging — MRI/CT scan enhancement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Mobile Cameras — AI zoom, night photography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Video Upscaling — HD to 4K conversion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Remote Sensing — land use, geological mapping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Industry Usage: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Samsung, Google, Apple use SR in camera systems, satellite processing, and video restoration.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2. Problem Statement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Most open-source data have coarse spatial resolution, and it is advantageous to use different sensors for effective enhancement; however, the sensors have differences in spatial resolution, spectral characteristics, noise levels, and often lack spatial or temporal overlap.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Key Challenges in SISR: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Recovering lost high-frequency details from degraded inputs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Balancing reconstruction quality vs. computational cost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Maintaining global context while preserving local pixel fidelity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Existing CNN models have limited receptive fields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Transformer models suffer from quadratic computational complexity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Pure Mamba models lose 2D spatial context due to 1D sequential scanning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3. Traditional Super Resolution Methods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Before deep learning, SR relied on interpolation-based image scaling methods: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Nearest Neighbour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Copies nearest pixel value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Fast but blocky appearance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Jagged edges, poor quality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Bilinear Interpolation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Uses neighbouring pixels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Smoother than nearest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Loss of sharpness, blurred edges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Bicubic Interpolation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Uses 16 surrounding pixels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Better edge continuity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Still cannot reconstruct missing details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Limitation: All interpolation methods fail to reconstruct truly missing high-frequency details → Need for Deep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4. Deep Learning in Super Resolution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Why Deep Learning?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Evolution of SR Architectures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Traditional methods cannot recover missing information.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Deep Learning models learn the LR→HR mapping directly from large datasets.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What DL Models Learn: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Texture patterns (roads, vegetation, faces)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Edge information (boundaries, transitions)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Spatial structures (relationships between regions)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Hierarchical features (low-level → high-level)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1. CNN-based → SRCNN, FSRCNN, VDSR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Local feature extraction, fast but limited receptive field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2. GAN-based → SRGAN, ESRGAN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Perceptual realism, but training instability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3. Transformer-based → SwinIR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Global attention, but O(n²) complexity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4. State Space Models → SR-Mamba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Linear complexity, but 1D scan loses 2D context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5. Hybrid → SRMamba-T (Ours)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Best of Mamba + Transformer!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5. CNN-based Models for Super Resolution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SRCNN (2014)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First DL model for SR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3 Conv layers: Feature Extraction → Non-Linear Mapping → Reconstruction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End-to-end learning LR→HR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Limitation: Shallow, limited receptive field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FSRCNN (2016)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Faster version of SRCNN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Operates on LR space directly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Deconv layer for upsampling at the end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5x faster than SRCNN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VDSR (2016)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Very Deep SR (20 conv layers)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Global residual learning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Learns residual: HR = LR + Residual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Multi-scale: handles ×2, ×3, ×4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6. GAN, Transformer &amp; State Space Models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GAN-based: SRGAN &amp; ESRGAN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Introduced perceptual loss + adversarial training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Generator produces HR, Discriminator evaluates realism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ESRGAN: Residual-in-Residual Dense Blocks (RRDB)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Sharper textures, high-frequency detail recovery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Limitation: Training instability, mode collapse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Transformer: SwinIR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Uses Vision Transformer with Shifted Window Attention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Global feature learning via self-attention (Q, K, V)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Excellent texture reconstruction quality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Limitation: O(n²) complexity, high GPU memory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Limitation: Struggles with very large input resolutions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State Space: SR-Mamba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Based on Mamba / S6 selective state space models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Linear O(n) complexity — very efficient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Long-range dependency via state transitions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Limitation: 1D sequential scan destroys 2D spatial context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Limitation: Context loss at pixel boundaries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7. Evaluation Metrics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MSE (Mean Square Error)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Measures pixel-wise reconstruction error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Formula: MSE = (1/mn) Σ (I(i,j) - K(i,j))²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Lower MSE = better reconstruction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Used in SRCNN, FSRCNN, VDSR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PSNR (Peak Signal-to-Noise Ratio)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Measures reconstruction quality in dB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Formula: PSNR = 10·log₁₀(MAX²/MSE)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Higher PSNR = better image fidelity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Inversely related to MSE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SSIM (Structural Similarity Index)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Measures structural &amp; perceptual similarity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Compares: luminance, contrast, structure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SSIM → 1: high similarity (good)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SSIM → 0: poor similarity (bad)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II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Our Method: SRMamba-T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Hybrid Mamba-Transformer for Image Super Resolution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8. Why Hybrid? The Architecture Compromise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No single architecture solves all SR challenges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The Problem with Each Approach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The SRMamba-T Solution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CNN: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✗  Limited receptive field (local only)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✗  Cannot capture long-range dependencies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Transformer: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✓  Global context via self-attention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✗  O(n²) complexity — GPU memory explosion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Mamba (SSM):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✓  O(n) linear complexity — very efficient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✗  1D sequential scan destroys 2D spatial info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Hybrid Insight: Sequence Before Space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Phase 1 — Mamba (Early Layers):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Dense feature extraction at linear cost O(n)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Handles the bulk of heavy computation efficiently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Phase 2 — Transformer (Later Layers):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Global refinement on already-compressed features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Un-windowed attention without memory explosion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→ Best of both worlds: Efficient + Accurate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9. SRMamba-T: Complete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10. Mamba Block: Anatomy &amp; Asymmetric Mixer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11. Multi-Directional Selective Scan Module (MDSSM)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12. Transformer Layer &amp; Feature Fusion Module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13. Adaptive Reconstruction &amp; Dual-Domain Loss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14. Quantitative Results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15. Qualitative Validation &amp; LAM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16. Ablation Study: Layer Ordering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17. Conclusion &amp; Future Work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Key Contributions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Future Work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✓  Proposed SRMamba-T: first hybrid Mamba-Transformer architecture for image SR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✓  MDSSM: Channel-split 4-directional scanning preserves 2D spatial context at O(n) cost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✓  Asymmetric layer placement: Mamba (early) + Transformer (late) achieves optimal efficiency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✓  +0.28 dB PSNR improvement over MambaIR with 38.7% fewer MACs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✓  Dual-domain loss (Pixel + FFT) prevents frequency-domain artifacts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Extend to Hyperspectral Image Super Resolution (PaviaC, PaviaU datasets)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Scale to larger models (SRMamba-T-L) for classical SR tasks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Explore multi-scale U-Net with downsampling between encoder layers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Investigate real-world degradation models beyond bicubic downsampling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•  Deploy on edge devices leveraging Mamba's linear memory scaling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Century Gothic"/>
              </a:rP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Thank You!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Questions &amp; Discussion</a:t>
            </a:r>
          </a:p>
          <a:p>
            <a:pPr algn="l"/>
            <a:r>
              <a:rPr sz="2400">
                <a:solidFill>
                  <a:srgbClr val="404040"/>
                </a:solidFill>
                <a:latin typeface="Calibri"/>
              </a:rPr>
              <a:t>Vujja Punith Sai  |  S20240010260  |  Guide: Arun PV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