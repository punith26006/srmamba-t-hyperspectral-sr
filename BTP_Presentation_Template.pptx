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Automated Dataset Construction and Model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Your Name / Team Members</a:t>
            </a:r>
          </a:p>
          <a:p>
            <a:r>
              <a:t>Supervisor/Guide Name</a:t>
            </a:r>
          </a:p>
          <a:p>
            <a:r>
              <a:t>Institution/Department</a:t>
            </a:r>
          </a:p>
          <a:p>
            <a:r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/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Briefly introduce the domain or topic.</a:t>
            </a:r>
          </a:p>
          <a:p>
            <a:r>
              <a:t>Explain why this area is important (real-world context).</a:t>
            </a:r>
          </a:p>
          <a:p>
            <a:r>
              <a:t>Keep points short and impactful.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Clearly state the specific problem you are trying to solve.</a:t>
            </a:r>
          </a:p>
          <a:p>
            <a:r>
              <a:t>Highlight limitations or gaps in existing solutions.</a:t>
            </a:r>
          </a:p>
          <a:p>
            <a:r>
              <a:t>Use a single, clear, bold sentence summarizing the core problem.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goal 1: (e.g., Curate a novel dataset for X)</a:t>
            </a:r>
          </a:p>
          <a:p>
            <a:r>
              <a:t>Primary goal 2: (e.g., Evaluate ML models like v3, v4, v9)</a:t>
            </a:r>
          </a:p>
          <a:p>
            <a:r>
              <a:t>What defines the success of this project?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Source: Where did the data come from?</a:t>
            </a:r>
          </a:p>
          <a:p>
            <a:r>
              <a:t>Size &amp; Features: Number of samples, classes, data type.</a:t>
            </a:r>
          </a:p>
          <a:p>
            <a:r>
              <a:t>Preprocessing: Cleaning, balancing, or augmentation applied.</a:t>
            </a:r>
          </a:p>
          <a:p>
            <a:r>
              <a:t>[Insert sample image or distribution chart here]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/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did you approach the problem?</a:t>
            </a:r>
          </a:p>
          <a:p>
            <a:r>
              <a:t>Data Collection -&gt; Preprocessing -&gt; Model Training -&gt; Evaluation</a:t>
            </a:r>
          </a:p>
          <a:p>
            <a:r>
              <a:t>[Insert Flowchart or Block Diagram here - Highly Recommended]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Algorithms/Models used (e.g., CNN, Random Forest, Custom).</a:t>
            </a:r>
          </a:p>
          <a:p>
            <a:r>
              <a:t>Why were these models chosen?</a:t>
            </a:r>
          </a:p>
          <a:p>
            <a:r>
              <a:t>Highlight specific hyperparameter choices or novel tweaks.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Setup &amp;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Hardware/Software used (e.g., Google Colab, PyTorch, Scikit-learn).</a:t>
            </a:r>
          </a:p>
          <a:p>
            <a:r>
              <a:t>Training details (epochs, batch size, learning rate).</a:t>
            </a:r>
          </a:p>
          <a:p>
            <a:r>
              <a:t>Train/Test split ratio.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 of performance (Accuracy, Precision, Recall, F1-Score).</a:t>
            </a:r>
          </a:p>
          <a:p>
            <a:r>
              <a:t>Comparison of different builds (build_v3 vs build_final).</a:t>
            </a:r>
          </a:p>
          <a:p>
            <a:r>
              <a:t>[Insert Bar charts or readable table here]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Confusion Matrix.</a:t>
            </a:r>
          </a:p>
          <a:p>
            <a:r>
              <a:t>ROC Curve or Loss vs. Epoch graph.</a:t>
            </a:r>
          </a:p>
          <a:p>
            <a:r>
              <a:t>Interesting findings (e.g., specific classes the model struggles with).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went wrong? (e.g., Data imbalance, overfitting, hardware constraints).</a:t>
            </a:r>
          </a:p>
          <a:p>
            <a:r>
              <a:t>How were they overcome? (e.g., augmentation, dropout).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Conclusion: Summary of achievements. Were objectives met?</a:t>
            </a:r>
          </a:p>
          <a:p>
            <a:r>
              <a:t>Future Scope: What could be done next? (e.g., Deployment, more data).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